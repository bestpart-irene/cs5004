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5004 · Spring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005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Tracking System — Virtual Codewalk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788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Topics:  Inheritance  ·  Overriding &amp; Overloading  ·  Subtype Polymorphism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Donation Tracking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Overall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777240"/>
            <a:ext cx="3108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777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«abstract»  Donation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23444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amount : double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createdAt : LocalDateTime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737360"/>
            <a:ext cx="31089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73736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7373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getAmount() : double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getCreatedAt() : LocalDateTime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getAmountForYear(int) : double  {abstract}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2697480"/>
            <a:ext cx="6126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269748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69748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269748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9718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71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OneTimeDonation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3355848"/>
            <a:ext cx="26517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3558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extra fields)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584448"/>
            <a:ext cx="26517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84448"/>
            <a:ext cx="2651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35844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getAmountForYear(int) : double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971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MonthlyDonation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355848"/>
            <a:ext cx="26517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335584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cancelDateTime : LDT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584448"/>
            <a:ext cx="26517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358444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358444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setCancelDateTime(LDT)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getAmountForYear(int) : double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29718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71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Pledge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355848"/>
            <a:ext cx="26517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35584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processingDateTime : LDT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3584448"/>
            <a:ext cx="26517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58444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58444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setProcessingDateTime(LDT)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getAmountForYear(int) : double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4480560"/>
            <a:ext cx="877824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4805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NonProfit  holds  List&lt;Donation&gt;  →  calls  getAmountForYear()  polymorphically  on  each  element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Inheritance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31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42976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005840"/>
            <a:ext cx="54864" cy="301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24128"/>
            <a:ext cx="41148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Donation.java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Donation {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Donation(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this.amount = amount;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this.createdAt = createdAt;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Subclasses MUST implement this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getAmountForYear(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731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Subclass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976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301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024128"/>
            <a:ext cx="41148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OneTimeDonation.java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OneTimeDonation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Donation {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inherits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OneTimeDonation(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super(amount, createdAt);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getAmountForYear(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createdAt.getYear() == year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amount : 0.0;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" y="4114800"/>
            <a:ext cx="877824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4114800"/>
            <a:ext cx="877824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All three donation types inherit Donation, reusing amount and createdAt fields. Each subclass only needs to implement its own getAmountForYear() logic.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Method Overriding &amp; Overloading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1323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— Each donation type overrides getAmountForYear()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960120"/>
            <a:ext cx="4297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960120"/>
            <a:ext cx="54864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78408"/>
            <a:ext cx="4114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MonthlyDonation.java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getAmountForYear(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= 1; month &lt;= 12; month++)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=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occurrenceInMonth(year, month);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(!occ.isBefore(createdAt) &amp;&amp;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(cancelDateTime == null ||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!occ.isAfter(cancelDateTime))  count++;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* amount;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accumulate monthly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297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960120"/>
            <a:ext cx="54864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978408"/>
            <a:ext cx="4114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Pledge.java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getAmountForYear(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(processingDateTime == null)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0.0;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date → contributes nothing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processingDateTime.getYear()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== year ? amount : 0.0;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" y="295351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— Catalog's three search() methods (Problem 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3200400"/>
            <a:ext cx="87782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3200400"/>
            <a:ext cx="54864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218688"/>
            <a:ext cx="85953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Catalog.java — same method name, different parameter types = overloading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&lt;LibraryItem&gt; search(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keyword)         {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search by title keyword (case-insensitive) */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&lt;LibraryItem&gt; search(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author)          {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exact match by author → Books only         */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&lt;LibraryItem&gt; search(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RecordingArtist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artist) {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match solo or band member → Music only     */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Subtype Polymorphism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749808"/>
            <a:ext cx="493776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749808"/>
            <a:ext cx="54864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68096"/>
            <a:ext cx="475488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NonProfit.java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NonProfit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Parent-type reference stores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Donation subtype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Donation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donations;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getTotalDonationsForYear(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0.0;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Donation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: donations)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Polymorphic dispatch at runtime: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calls the correct subclass method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automatically — no instanceof needed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d.getAmountForYear(year);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57800" y="82296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57800" y="822960"/>
            <a:ext cx="6400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868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List&lt;Donation&gt; holds any subtype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11430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OneTimeDonation, MonthlyDonation, and Pledge objects in a single collection through the parent type reference.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201168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57800" y="2011680"/>
            <a:ext cx="6400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polymorphic dispatch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d.getAmountForYear() resolves to the correct subclass implementation at runtime — no if/instanceof chains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320040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3200400"/>
            <a:ext cx="6400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246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donation type never requires modifying NonProfit — just extend Donation and implement getAmountForYear().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05156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classes: Donation (abstract), OneTimeDonation, MonthlyDonation, Pledge, NonProfit. Each donation type encapsulates its own year-calculation logic.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6276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concrete donation classes extend Donation, inheriting shared fields and reusing the constructor via super().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Overriding &amp; Overloading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649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overrides getAmountForYear(). Catalog demonstrates overloading with three search() signatures for different parameter types.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7180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Subtype Polymorphism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3649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iterates over List&lt;Donation&gt; and calls getAmountForYear() polymorphically. New donation types work without modifying NonProfit.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5004 Spring 2026 — Assignment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5004 Assignment 5 — Donation Tracking System Codewalk</dc:title>
  <dc:subject>PptxGenJS Presentation</dc:subject>
  <dc:creator>CS 5004</dc:creator>
  <cp:lastModifiedBy>CS 5004</cp:lastModifiedBy>
  <cp:revision>1</cp:revision>
  <dcterms:created xsi:type="dcterms:W3CDTF">2026-03-17T04:34:00Z</dcterms:created>
  <dcterms:modified xsi:type="dcterms:W3CDTF">2026-03-17T04:34:00Z</dcterms:modified>
</cp:coreProperties>
</file>